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881EA7-F4B6-4B3B-B813-66502570EC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EA6097-6EC4-4814-AE88-F57118714F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964035-66B7-4A08-AF48-91F117D8EE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E56171-0424-492F-A14F-51BD1222A5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ECB7E1-427B-4643-8F08-18E931B131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28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C2286A-56BE-48D5-B623-97AB1D1881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E2A2FC-8A2B-4216-8AE1-F7DC4320BE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49D356-10C8-451F-B071-7275F9FFE5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6801EA-D288-4BA3-8340-0D44E12527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E5BC79-66D0-4E76-BD02-9B2834AF6D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0D7E72-4059-4607-ACE1-F154587F90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B8B6D3-8477-484E-AEB4-53969CCA0F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7BE853-BB40-4126-BE84-D42D69D067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22F003-BF7B-4E27-99EF-B1515E2072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C0606C-BAD7-4F93-A951-281F4F8EEF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871423-34E0-4C1B-BC99-6E3237C99D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028095-A90D-43C1-8687-1C72061CD2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74160"/>
            <a:ext cx="907128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5C6F2C-09DB-40DE-BF9F-F8C5AE6FF9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6A4216-3553-458C-9956-98C9D3E268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FAFAE4-2BAB-403E-B6D5-D53A79E349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FEBDA8-7286-4D64-BA0E-63C81E6D04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6D7EDF-F439-40E6-BCA7-8EDC1502DB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DA9033-FD5D-48D8-9552-03351A790E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85353FD-67C8-44D1-9DA8-A46175506C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6302AF-A950-48D8-8897-20D699165F4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6995BF-E9D7-400A-ABBB-D1D8ECE40053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91400" y="364356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Проект Web-сервер c API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91400" y="4164120"/>
            <a:ext cx="9071280" cy="133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</a:rPr>
              <a:t>Григорий Бобков, Роман Бугреев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459080" y="128520"/>
            <a:ext cx="7314840" cy="32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Идея проекта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504000" y="4104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Проект представляет собой удобный web-сайт для создания туристических маршрутов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На сайте могут регистрироваться много пользователей, создавать несколько собственных маршрутов, добавляя желаемые для посещения места в маршрут или в избранное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3006000" y="3299760"/>
            <a:ext cx="6667200" cy="22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Реализация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158400" cy="382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Сервер реализован через Replit на домене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https://web-project--grigoriybobkov.replit.app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 проекте используется Static Api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Яндекс.Карт и Геокодер Api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rcRect l="9827" t="2134" r="7650" b="0"/>
          <a:stretch/>
        </p:blipFill>
        <p:spPr>
          <a:xfrm>
            <a:off x="5275080" y="2299320"/>
            <a:ext cx="4805280" cy="329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Использованные технологии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Хранение данных о пользователях и их действиях в БД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Регистрация и авторизация пользователей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Html шаблоны, вывод карт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Сторонний Аpi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Хостинг через Replit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Заключение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94608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 проекте использовано большинство изученных технологий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В качестве улучшения проекта можно рассматривать добавление календаря и поиска билетов для более подробного планирования маршрута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1275480" y="3061080"/>
            <a:ext cx="7657920" cy="260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LibreOffice/7.4.3.2$Windows_X86_64 LibreOffice_project/1048a8393ae2eeec98dff31b5c133c5f1d08b890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2026-04-20T21:52:18Z</dcterms:created>
  <dc:creator/>
  <dc:description/>
  <dc:language>ru-RU</dc:language>
  <cp:lastModifiedBy/>
  <dcterms:modified xsi:type="dcterms:W3CDTF">2026-04-25T22:44:21Z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