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BA3FAE-5C59-4245-AF4F-E7913E879F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CAAE943-94A7-4439-ABDD-76097DF865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C03214B-44DF-40BF-8313-62B2D04D61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B6AC481-2B1E-4FD9-8739-24458D3827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454B69A-C1EE-47D5-BCA0-7531F78C273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92004CF-BFE8-46DE-A9A2-26FD884372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EB393A-C77F-48DD-9D77-276CDF180B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3665B2-AD1F-4737-B376-2C85C5D7D8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10B2044-1BA5-4022-BBFB-A598E48B10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85C7190-9E76-43EB-8DFB-6C11E454BA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03F029C-AA66-4F9E-BB5A-E4209B10D63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2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2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2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2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2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2000"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9DC3084-BA44-400D-A9FE-8C31B4E314F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45A0AD6-29CE-4762-A354-84A979ACD255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://127.0.0.1:8080/" TargetMode="External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91400" y="176796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Проект Web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491400" y="202824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1600" spc="-1" strike="noStrike">
                <a:solidFill>
                  <a:srgbClr val="000000"/>
                </a:solidFill>
                <a:latin typeface="Arial"/>
              </a:rPr>
              <a:t>Григорий Бобков, Роман Бугреев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Идея проекта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504000" y="85032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Проект представляет собой удобный web-сайт для создания туристических маршрутов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buNone/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На сайте могут регистрироваться много пользователей, создавать несколько собственных маршрутов, добавляя желаемые для посещения места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Реализация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158760" cy="38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Для работы сайта необходимо запустить главный файл — main.py, а после перейти на </a:t>
            </a:r>
            <a:r>
              <a:rPr b="0" lang="ru-RU" sz="2400" spc="-1" strike="noStrike">
                <a:solidFill>
                  <a:srgbClr val="000000"/>
                </a:solidFill>
                <a:latin typeface="Arial"/>
                <a:hlinkClick r:id="rId1"/>
              </a:rPr>
              <a:t>http://127.0.0.1:8080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buNone/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Перемещение по страницам происходит не при помощи поисковой строки, а кнопками сайта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buNone/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Файл Users.py обрабатывает и сохраняет данные пользователя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Использованные технологии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Хранение данных о пользователях и их действиях в БД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Регистрация и авторизация пользователей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Html шаблоны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CSS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ORM-модели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Заключение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В проекте использовано большинство изученных технологий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В качестве улучшения проекта можно рассматривать добавление календаря и выбора билетов для более подробного планирования маршрута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Application>LibreOffice/7.4.3.2$Windows_X86_64 LibreOffice_project/1048a8393ae2eeec98dff31b5c133c5f1d08b890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2026-04-20T21:52:18Z</dcterms:created>
  <dc:creator/>
  <dc:description/>
  <dc:language>ru-RU</dc:language>
  <cp:lastModifiedBy/>
  <dcterms:modified xsi:type="dcterms:W3CDTF">2026-04-20T22:20:20Z</dcterms:modified>
  <cp:revision>2</cp:revision>
  <dc:subject/>
  <dc:title/>
</cp:coreProperties>
</file>